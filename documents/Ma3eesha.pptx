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4.png"/><Relationship Id="rId5" Type="http://schemas.openxmlformats.org/officeDocument/2006/relationships/image" Target="../media/image-1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389120" cy="438912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MA3EESHA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Housing Marketplace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0058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Lasheen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Ahmed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Ahmed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71800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Tarek Farouk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023360"/>
            <a:ext cx="3840480" cy="38404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2377440" cy="237744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Overview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591556" y="4251960"/>
            <a:ext cx="10058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434840"/>
            <a:ext cx="9628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Ma3eesha is built — architecture, modules, and technology.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5" name="Image 0" descr="/home/claude/livinghub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18" y="1879458"/>
            <a:ext cx="374172" cy="3741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25880" y="17556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suitable housing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0756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discover options that fit their needs.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10" name="Image 1" descr="/home/claude/livinghub/icons/pr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18" y="2720706"/>
            <a:ext cx="374172" cy="3741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25880" y="25968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prices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25880" y="291693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evaluate listings side by side.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566928" cy="566928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15" name="Image 2" descr="/home/claude/livinghub/icons/cont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8" y="3561954"/>
            <a:ext cx="374172" cy="3741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3465576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325880" y="34381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Contacting trusted owners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375818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reliable property owners is difficult.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306824"/>
            <a:ext cx="566928" cy="566928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20" name="Image 3" descr="/home/claude/livinghub/icons/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18" y="4403202"/>
            <a:ext cx="374172" cy="37417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48640" y="4306824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325880" y="42793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credibility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25880" y="45994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lack a clear trust or verification signal.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48072"/>
            <a:ext cx="566928" cy="566928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25" name="Image 4" descr="/home/claude/livinghub/icons/proc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18" y="5244450"/>
            <a:ext cx="374172" cy="37417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48640" y="5148072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325880" y="5120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 rental process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325880" y="5440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rental journey is fragmented.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903720" y="1783080"/>
            <a:ext cx="4754880" cy="4206240"/>
          </a:xfrm>
          <a:prstGeom prst="rect">
            <a:avLst>
              <a:gd name="adj" fmla="val 2609"/>
            </a:avLst>
          </a:prstGeom>
          <a:solidFill>
            <a:srgbClr val="0B2E33"/>
          </a:solidFill>
          <a:ln/>
        </p:spPr>
      </p:sp>
      <p:sp>
        <p:nvSpPr>
          <p:cNvPr id="30" name="Text 23"/>
          <p:cNvSpPr/>
          <p:nvPr/>
        </p:nvSpPr>
        <p:spPr>
          <a:xfrm>
            <a:off x="7269480" y="2148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269480" y="25146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Total trust.</a:t>
            </a:r>
            <a:endParaRPr lang="en-US" sz="2400" dirty="0"/>
          </a:p>
        </p:txBody>
      </p:sp>
      <p:sp>
        <p:nvSpPr>
          <p:cNvPr id="32" name="Text 25"/>
          <p:cNvSpPr/>
          <p:nvPr/>
        </p:nvSpPr>
        <p:spPr>
          <a:xfrm>
            <a:off x="7269480" y="338328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Ma3eesha provides one platform that connects students with trusted property owners in a simple and secure way.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7269480" y="5074920"/>
            <a:ext cx="9144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269480" y="5257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 ·  Compare  ·  Connect  ·  Rent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Ma3eesha Connects Three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pic>
        <p:nvPicPr>
          <p:cNvPr id="5" name="Image 0" descr="/home/claude/livinghub/icons/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84832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114800" y="17830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pic>
        <p:nvPicPr>
          <p:cNvPr id="8" name="Image 1" descr="/home/claude/livinghub/icons/ow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084832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Owners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680960" y="17830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02C39A"/>
          </a:solidFill>
          <a:ln/>
        </p:spPr>
      </p:sp>
      <p:pic>
        <p:nvPicPr>
          <p:cNvPr id="11" name="Image 2" descr="/home/claude/livinghub/icons/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2084832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5256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54864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SERVICES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41148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447141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1"/>
          <p:cNvSpPr/>
          <p:nvPr/>
        </p:nvSpPr>
        <p:spPr>
          <a:xfrm>
            <a:off x="109728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Search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297680" y="41148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498848" y="447141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4"/>
          <p:cNvSpPr/>
          <p:nvPr/>
        </p:nvSpPr>
        <p:spPr>
          <a:xfrm>
            <a:off x="484632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046720" y="41148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47888" y="447141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7"/>
          <p:cNvSpPr/>
          <p:nvPr/>
        </p:nvSpPr>
        <p:spPr>
          <a:xfrm>
            <a:off x="859536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System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5212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556869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0"/>
          <p:cNvSpPr/>
          <p:nvPr/>
        </p:nvSpPr>
        <p:spPr>
          <a:xfrm>
            <a:off x="1097280" y="5212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297680" y="5212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498848" y="556869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3"/>
          <p:cNvSpPr/>
          <p:nvPr/>
        </p:nvSpPr>
        <p:spPr>
          <a:xfrm>
            <a:off x="4846320" y="5212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046720" y="5212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247888" y="556869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6"/>
          <p:cNvSpPr/>
          <p:nvPr/>
        </p:nvSpPr>
        <p:spPr>
          <a:xfrm>
            <a:off x="8595360" y="5212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Users &amp;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88636" y="1737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B2E33"/>
          </a:solidFill>
          <a:ln/>
        </p:spPr>
      </p:sp>
      <p:sp>
        <p:nvSpPr>
          <p:cNvPr id="5" name="Text 3"/>
          <p:cNvSpPr/>
          <p:nvPr/>
        </p:nvSpPr>
        <p:spPr>
          <a:xfrm>
            <a:off x="5088636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4476" y="2331720"/>
            <a:ext cx="0" cy="164592"/>
          </a:xfrm>
          <a:prstGeom prst="line">
            <a:avLst/>
          </a:prstGeom>
          <a:noFill/>
          <a:ln w="19050">
            <a:solidFill>
              <a:srgbClr val="5C6F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2487168"/>
            <a:ext cx="5422392" cy="0"/>
          </a:xfrm>
          <a:prstGeom prst="line">
            <a:avLst/>
          </a:prstGeom>
          <a:noFill/>
          <a:ln w="19050">
            <a:solidFill>
              <a:srgbClr val="5C6F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2487168"/>
            <a:ext cx="0" cy="164592"/>
          </a:xfrm>
          <a:prstGeom prst="line">
            <a:avLst/>
          </a:prstGeom>
          <a:noFill/>
          <a:ln w="19050">
            <a:solidFill>
              <a:srgbClr val="5C6F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05672" y="2487168"/>
            <a:ext cx="0" cy="164592"/>
          </a:xfrm>
          <a:prstGeom prst="line">
            <a:avLst/>
          </a:prstGeom>
          <a:noFill/>
          <a:ln w="19050">
            <a:solidFill>
              <a:srgbClr val="5C6F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26517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2651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99832" y="26517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799832" y="2651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03320"/>
            <a:ext cx="3520440" cy="4206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702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Properties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65429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Units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03834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Owners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4223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Reviews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3703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703320"/>
            <a:ext cx="3520440" cy="42062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370332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42702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Units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0" y="465429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Listings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0" y="503834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54223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Payments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3703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3703320"/>
            <a:ext cx="3520440" cy="420624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370332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42702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21040" y="465429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Listings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21040" y="503834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Payments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21040" y="54223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Platform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Modules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architecture of Ma3eesha — eleven integrated modules.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2476" y="20116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livinghub/icons/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50" y="2143354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432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1396" y="2011680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livinghub/icons/home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070" y="2143354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7432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Search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00316" y="201168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livinghub/icons/un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990" y="2143354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7432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Management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91540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889236" y="20116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/home/claude/livinghub/icons/ma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910" y="2143354"/>
            <a:ext cx="395021" cy="39502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06840" y="27432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522476" y="3611880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4" descr="/home/claude/livinghub/icons/userd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150" y="3743554"/>
            <a:ext cx="395021" cy="3950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" y="43434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33756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311396" y="361188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5" descr="/home/claude/livinghub/icons/ownerda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070" y="3743554"/>
            <a:ext cx="395021" cy="39502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29000" y="43434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12648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100316" y="36118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6" descr="/home/claude/livinghub/icons/adminda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1990" y="3743554"/>
            <a:ext cx="395021" cy="39502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17920" y="43434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915400" y="34290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889236" y="3611880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5" name="Image 7" descr="/home/claude/livinghub/icons/paym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0910" y="3743554"/>
            <a:ext cx="395021" cy="39502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06840" y="43434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548640" y="50292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1522476" y="521208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9" name="Image 8" descr="/home/claude/livinghub/icons/ch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4150" y="5343754"/>
            <a:ext cx="395021" cy="395021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40080" y="59436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System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3337560" y="50292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4311396" y="52120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3" name="Image 9" descr="/home/claude/livinghub/icons/noti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070" y="5343754"/>
            <a:ext cx="395021" cy="395021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3429000" y="59436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6126480" y="50292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7100316" y="5212080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7" name="Image 10" descr="/home/claude/livinghub/icons/rat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1990" y="5343754"/>
            <a:ext cx="395021" cy="395021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217920" y="59436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Reviews</a:t>
            </a:r>
            <a:endParaRPr lang="en-US" sz="1200" dirty="0"/>
          </a:p>
        </p:txBody>
      </p:sp>
      <p:sp>
        <p:nvSpPr>
          <p:cNvPr id="49" name="Text 3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297680" cy="640080"/>
          </a:xfrm>
          <a:prstGeom prst="roundRect">
            <a:avLst>
              <a:gd name="adj" fmla="val 10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2423160"/>
            <a:ext cx="0" cy="201168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679192"/>
            <a:ext cx="4297680" cy="640080"/>
          </a:xfrm>
          <a:prstGeom prst="roundRect">
            <a:avLst>
              <a:gd name="adj" fmla="val 10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791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3319272"/>
            <a:ext cx="0" cy="201168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575304"/>
            <a:ext cx="4297680" cy="640080"/>
          </a:xfrm>
          <a:prstGeom prst="roundRect">
            <a:avLst>
              <a:gd name="adj" fmla="val 10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7530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97480" y="4215384"/>
            <a:ext cx="0" cy="201168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4471416"/>
            <a:ext cx="4297680" cy="640080"/>
          </a:xfrm>
          <a:prstGeom prst="roundRect">
            <a:avLst>
              <a:gd name="adj" fmla="val 10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7141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97480" y="5111496"/>
            <a:ext cx="0" cy="201168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5367528"/>
            <a:ext cx="4297680" cy="640080"/>
          </a:xfrm>
          <a:prstGeom prst="roundRect">
            <a:avLst>
              <a:gd name="adj" fmla="val 10000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36752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by Role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20" name="Image 0" descr="/home/claude/livinghub/icons/sec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995" y="2293315"/>
            <a:ext cx="351130" cy="35113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223113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349240" y="2971800"/>
            <a:ext cx="548640" cy="548640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24" name="Image 1" descr="/home/claude/livinghub/icons/jw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95" y="3070555"/>
            <a:ext cx="351130" cy="35113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349240" y="297180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80760" y="300837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349240" y="3749040"/>
            <a:ext cx="548640" cy="548640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28" name="Image 2" descr="/home/claude/livinghub/icons/bcry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95" y="3847795"/>
            <a:ext cx="351130" cy="35113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349240" y="374904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080760" y="378561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Encryption (bcrypt)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349240" y="4526280"/>
            <a:ext cx="548640" cy="548640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32" name="Image 3" descr="/home/claude/livinghub/icons/email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995" y="4625035"/>
            <a:ext cx="351130" cy="35113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5349240" y="452628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080760" y="456285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Phone Verification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5349240" y="5303520"/>
            <a:ext cx="548640" cy="548640"/>
          </a:xfrm>
          <a:prstGeom prst="ellipse">
            <a:avLst/>
          </a:prstGeom>
          <a:solidFill>
            <a:srgbClr val="F4F9F9"/>
          </a:solidFill>
          <a:ln/>
        </p:spPr>
      </p:sp>
      <p:pic>
        <p:nvPicPr>
          <p:cNvPr id="36" name="Image 4" descr="/home/claude/livinghub/icons/rba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95" y="5402275"/>
            <a:ext cx="351130" cy="35113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5349240" y="530352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080760" y="534009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55648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Adds Unit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04288" y="2171700"/>
            <a:ext cx="109728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14016" y="1783080"/>
            <a:ext cx="1755648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9664" y="2171700"/>
            <a:ext cx="109728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79392" y="1783080"/>
            <a:ext cx="1755648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171700"/>
            <a:ext cx="109728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44768" y="1783080"/>
            <a:ext cx="1755648" cy="777240"/>
          </a:xfrm>
          <a:prstGeom prst="roundRect">
            <a:avLst>
              <a:gd name="adj" fmla="val 823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0416" y="2171700"/>
            <a:ext cx="109728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10144" y="1783080"/>
            <a:ext cx="1755648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3296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/ Sale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65792" y="2171700"/>
            <a:ext cx="109728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75520" y="1783080"/>
            <a:ext cx="1755648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8672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module of the entire system.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16509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0" descr="/home/claude/livinghub/icons/addp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727" y="4264579"/>
            <a:ext cx="386243" cy="38624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54480" y="3840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Property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4297680" y="38404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26280" y="416509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9" name="Image 1" descr="/home/claude/livinghub/icons/editp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767" y="4264579"/>
            <a:ext cx="386243" cy="386243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303520" y="3840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Property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8046720" y="38404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75320" y="416509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3" name="Image 2" descr="/home/claude/livinghub/icons/delp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07" y="4264579"/>
            <a:ext cx="386243" cy="38624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052560" y="38404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 Deactivate</a:t>
            </a:r>
            <a:endParaRPr lang="en-US" sz="1350" dirty="0"/>
          </a:p>
        </p:txBody>
      </p:sp>
      <p:sp>
        <p:nvSpPr>
          <p:cNvPr id="35" name="Shape 30"/>
          <p:cNvSpPr/>
          <p:nvPr/>
        </p:nvSpPr>
        <p:spPr>
          <a:xfrm>
            <a:off x="548640" y="5257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77240" y="558241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3" descr="/home/claude/livinghub/icons/stat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727" y="5681899"/>
            <a:ext cx="386243" cy="386243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554480" y="52578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Status</a:t>
            </a:r>
            <a:endParaRPr lang="en-US" sz="1350" dirty="0"/>
          </a:p>
        </p:txBody>
      </p:sp>
      <p:sp>
        <p:nvSpPr>
          <p:cNvPr id="39" name="Shape 33"/>
          <p:cNvSpPr/>
          <p:nvPr/>
        </p:nvSpPr>
        <p:spPr>
          <a:xfrm>
            <a:off x="4297680" y="5257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526280" y="558241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1" name="Image 4" descr="/home/claude/livinghub/icons/imag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767" y="5681899"/>
            <a:ext cx="386243" cy="386243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303520" y="52578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Images</a:t>
            </a:r>
            <a:endParaRPr lang="en-US" sz="1350" dirty="0"/>
          </a:p>
        </p:txBody>
      </p:sp>
      <p:sp>
        <p:nvSpPr>
          <p:cNvPr id="43" name="Shape 36"/>
          <p:cNvSpPr/>
          <p:nvPr/>
        </p:nvSpPr>
        <p:spPr>
          <a:xfrm>
            <a:off x="8046720" y="5257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275320" y="558241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5" name="Image 5" descr="/home/claude/livinghub/icons/detai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807" y="5681899"/>
            <a:ext cx="386243" cy="386243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052560" y="525780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</a:t>
            </a:r>
            <a:endParaRPr lang="en-US" sz="1350" dirty="0"/>
          </a:p>
        </p:txBody>
      </p:sp>
      <p:sp>
        <p:nvSpPr>
          <p:cNvPr id="47" name="Text 39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— PROPERTY CARE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Requests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report issues; owners track and resolve them — all in one thread.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4379976"/>
          </a:xfrm>
          <a:prstGeom prst="roundRect">
            <a:avLst>
              <a:gd name="adj" fmla="val 2088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31720"/>
            <a:ext cx="5349240" cy="457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livinghub/icons/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7452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297180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livinghub/icons/submitr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3063972"/>
            <a:ext cx="327721" cy="3277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7180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Maintenance Request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375818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livinghub/icons/phot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850356"/>
            <a:ext cx="327721" cy="3277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75818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Photos &amp; Description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22960" y="45445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/home/claude/livinghub/icons/trackstat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636740"/>
            <a:ext cx="327721" cy="3277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54456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 Status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822960" y="53309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4" descr="/home/claude/livinghub/icons/ch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5423124"/>
            <a:ext cx="327721" cy="3277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533095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Owner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6217920" y="1874520"/>
            <a:ext cx="5349240" cy="4379976"/>
          </a:xfrm>
          <a:prstGeom prst="roundRect">
            <a:avLst>
              <a:gd name="adj" fmla="val 2088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217920" y="187452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24" name="Shape 17"/>
          <p:cNvSpPr/>
          <p:nvPr/>
        </p:nvSpPr>
        <p:spPr>
          <a:xfrm>
            <a:off x="6217920" y="2331720"/>
            <a:ext cx="5349240" cy="4572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5" name="Image 5" descr="/home/claude/livinghub/icons/own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05740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187452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1900" dirty="0"/>
          </a:p>
        </p:txBody>
      </p:sp>
      <p:sp>
        <p:nvSpPr>
          <p:cNvPr id="27" name="Shape 19"/>
          <p:cNvSpPr/>
          <p:nvPr/>
        </p:nvSpPr>
        <p:spPr>
          <a:xfrm>
            <a:off x="6492240" y="297180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6" descr="/home/claude/livinghub/icons/receivereq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4412" y="3063972"/>
            <a:ext cx="327721" cy="327721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78040" y="297180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&amp; Review Requests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6492240" y="3758184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7" descr="/home/claude/livinghub/icons/priorit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412" y="3850356"/>
            <a:ext cx="327721" cy="32772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178040" y="375818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Priority &amp; Status</a:t>
            </a:r>
            <a:endParaRPr lang="en-US" sz="1350" dirty="0"/>
          </a:p>
        </p:txBody>
      </p:sp>
      <p:sp>
        <p:nvSpPr>
          <p:cNvPr id="33" name="Shape 23"/>
          <p:cNvSpPr/>
          <p:nvPr/>
        </p:nvSpPr>
        <p:spPr>
          <a:xfrm>
            <a:off x="6492240" y="45445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4" name="Image 8" descr="/home/claude/livinghub/icons/resol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4412" y="4636740"/>
            <a:ext cx="327721" cy="327721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178040" y="454456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&amp; Resolve</a:t>
            </a:r>
            <a:endParaRPr lang="en-US" sz="1350" dirty="0"/>
          </a:p>
        </p:txBody>
      </p:sp>
      <p:sp>
        <p:nvSpPr>
          <p:cNvPr id="36" name="Shape 25"/>
          <p:cNvSpPr/>
          <p:nvPr/>
        </p:nvSpPr>
        <p:spPr>
          <a:xfrm>
            <a:off x="6492240" y="5330952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9" descr="/home/claude/livinghub/icons/hist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4412" y="5423124"/>
            <a:ext cx="327721" cy="327721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178040" y="533095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History Log</a:t>
            </a:r>
            <a:endParaRPr lang="en-US" sz="1350" dirty="0"/>
          </a:p>
        </p:txBody>
      </p:sp>
      <p:sp>
        <p:nvSpPr>
          <p:cNvPr id="39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livinghub/icons/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169" y="2196389"/>
            <a:ext cx="453542" cy="4535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Location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82880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37660" y="20574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livinghub/icons/univer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649" y="2196389"/>
            <a:ext cx="453542" cy="4535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University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182880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35140" y="20574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/home/claude/livinghub/icons/filterpr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129" y="2196389"/>
            <a:ext cx="453542" cy="4535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Price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641080" y="182880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532620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livinghub/icons/filterty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609" y="2196389"/>
            <a:ext cx="453542" cy="4535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3252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Property Type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61188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440180" y="38404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4" descr="/home/claude/livinghub/icons/so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169" y="3979469"/>
            <a:ext cx="453542" cy="4535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663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Results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246120" y="361188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137660" y="38404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5" descr="/home/claude/livinghub/icons/av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6649" y="3979469"/>
            <a:ext cx="453542" cy="45354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337560" y="4663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Filter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943600" y="3611880"/>
            <a:ext cx="251460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835140" y="3840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6" descr="/home/claude/livinghub/icons/favor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4129" y="3979469"/>
            <a:ext cx="453542" cy="45354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035040" y="4663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Listings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0B2E33"/>
          </a:solidFill>
          <a:ln/>
        </p:spPr>
      </p:sp>
      <p:pic>
        <p:nvPicPr>
          <p:cNvPr id="33" name="Image 7" descr="/home/claude/livinghub/icons/favor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742432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371600" y="5532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listings appear at the top of the search results to increase visibility.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Rating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rate their stay after move-out, building a trusted review layer for future renters.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860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livinghub/icons/r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417674"/>
            <a:ext cx="468173" cy="4681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74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After Move-Out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22860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livinghub/icons/starha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2417674"/>
            <a:ext cx="468173" cy="4681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874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Rating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46720" y="18745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02752" y="22860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livinghub/icons/pen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2417674"/>
            <a:ext cx="468173" cy="4681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9720" y="1874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Review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365760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04672" y="40690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/home/claude/livinghub/icons/view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4200754"/>
            <a:ext cx="468173" cy="46817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36576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Owner Ratings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4297680" y="365760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553712" y="40690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4" descr="/home/claude/livinghub/icons/verified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6" y="4200754"/>
            <a:ext cx="468173" cy="4681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40680" y="36576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Renter Reviews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8046720" y="365760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302752" y="40690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5" descr="/home/claude/livinghub/icons/histo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426" y="4200754"/>
            <a:ext cx="468173" cy="46817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9720" y="36576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History</a:t>
            </a:r>
            <a:endParaRPr lang="en-US" sz="1450" dirty="0"/>
          </a:p>
        </p:txBody>
      </p:sp>
      <p:sp>
        <p:nvSpPr>
          <p:cNvPr id="29" name="Shape 21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0B2E33"/>
          </a:solidFill>
          <a:ln/>
        </p:spPr>
      </p:sp>
      <p:pic>
        <p:nvPicPr>
          <p:cNvPr id="30" name="Image 6" descr="/home/claude/livinghub/icons/verified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742432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71600" y="5532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renters can leave a rating, keeping every review trustworthy.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Dashboards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dashboard provides tools tailored to the user’s role.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60320"/>
            <a:ext cx="3520440" cy="5943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livinghub/icons/demo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1488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91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Dashboard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Favorites, Chats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965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9659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2560320"/>
            <a:ext cx="3520440" cy="59436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4" name="Image 1" descr="/home/claude/livinghub/icons/demoow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140" y="2148840"/>
            <a:ext cx="73152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4840" y="3291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Dashboard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1772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Income, Analytics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46720" y="1965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46720" y="19659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0B2E33"/>
          </a:solidFill>
          <a:ln/>
        </p:spPr>
      </p:sp>
      <p:sp>
        <p:nvSpPr>
          <p:cNvPr id="19" name="Shape 15"/>
          <p:cNvSpPr/>
          <p:nvPr/>
        </p:nvSpPr>
        <p:spPr>
          <a:xfrm>
            <a:off x="8046720" y="2560320"/>
            <a:ext cx="3520440" cy="594360"/>
          </a:xfrm>
          <a:prstGeom prst="rect">
            <a:avLst/>
          </a:prstGeom>
          <a:solidFill>
            <a:srgbClr val="0B2E33"/>
          </a:solidFill>
          <a:ln/>
        </p:spPr>
      </p:sp>
      <p:pic>
        <p:nvPicPr>
          <p:cNvPr id="20" name="Image 2" descr="/home/claude/livinghub/icons/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14884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83880" y="3291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6676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Payments, Approvals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Adds Property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33472" y="2240280"/>
            <a:ext cx="109728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0" y="1783080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78308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Payment Screenshot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28032" y="2240280"/>
            <a:ext cx="109728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1783080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78308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Payment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22592" y="2240280"/>
            <a:ext cx="109728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0" y="1783080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78308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17152" y="2240280"/>
            <a:ext cx="109728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26880" y="1783080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78308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Published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37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0" descr="/home/claude/livinghub/icons/pa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4012387"/>
            <a:ext cx="341986" cy="34198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3959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14400" y="4617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1" descr="/home/claude/livinghub/icons/pay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" y="4698187"/>
            <a:ext cx="341986" cy="34198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600200" y="4645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Cash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914400" y="5303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2" descr="/home/claude/livinghub/icons/pay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5383987"/>
            <a:ext cx="341986" cy="34198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600200" y="53309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InstaPay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263640" y="306324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0B2E33"/>
          </a:solidFill>
          <a:ln/>
        </p:spPr>
      </p:sp>
      <p:sp>
        <p:nvSpPr>
          <p:cNvPr id="30" name="Text 25"/>
          <p:cNvSpPr/>
          <p:nvPr/>
        </p:nvSpPr>
        <p:spPr>
          <a:xfrm>
            <a:off x="6629400" y="3337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VERSION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629400" y="3931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2" name="Image 3" descr="/home/claude/livinghub/icons/onlinep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867" y="4012387"/>
            <a:ext cx="341986" cy="34198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15200" y="3959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Paymob Integration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6629400" y="46177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5" name="Image 4" descr="/home/claude/livinghub/icons/onlinep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867" y="4698187"/>
            <a:ext cx="341986" cy="34198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15200" y="4645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Fawry Integration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Modern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pic>
        <p:nvPicPr>
          <p:cNvPr id="6" name="Image 0" descr="/home/claude/livinghub/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4963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00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pic>
        <p:nvPicPr>
          <p:cNvPr id="9" name="Image 1" descr="/home/claude/livinghub/icons/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3913632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46177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516636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pic>
        <p:nvPicPr>
          <p:cNvPr id="12" name="Image 2" descr="/home/claude/livinghub/icons/tailwi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5330952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4360" y="6035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2834640" y="1828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834640" y="233172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pic>
        <p:nvPicPr>
          <p:cNvPr id="16" name="Image 3" descr="/home/claude/livinghub/icons/n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2496312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880360" y="3200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2834640" y="374904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pic>
        <p:nvPicPr>
          <p:cNvPr id="19" name="Image 4" descr="/home/claude/livinghub/icons/expr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913632"/>
            <a:ext cx="640080" cy="6400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880360" y="46177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120640" y="1828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120640" y="233172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pic>
        <p:nvPicPr>
          <p:cNvPr id="23" name="Image 5" descr="/home/claude/livinghub/icons/mongod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020" y="2496312"/>
            <a:ext cx="640080" cy="6400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66360" y="3200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7406640" y="1828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7406640" y="233172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pic>
        <p:nvPicPr>
          <p:cNvPr id="27" name="Image 6" descr="/home/claude/livinghub/icons/jwts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020" y="2496312"/>
            <a:ext cx="640080" cy="6400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52360" y="3200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7406640" y="374904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pic>
        <p:nvPicPr>
          <p:cNvPr id="30" name="Image 7" descr="/home/claude/livinghub/icons/bcryp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1020" y="3913632"/>
            <a:ext cx="640080" cy="6400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452360" y="46177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50" dirty="0"/>
          </a:p>
        </p:txBody>
      </p:sp>
      <p:sp>
        <p:nvSpPr>
          <p:cNvPr id="32" name="Text 22"/>
          <p:cNvSpPr/>
          <p:nvPr/>
        </p:nvSpPr>
        <p:spPr>
          <a:xfrm>
            <a:off x="9692640" y="1828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9692640" y="233172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pic>
        <p:nvPicPr>
          <p:cNvPr id="34" name="Image 8" descr="/home/claude/livinghub/icons/socketi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7020" y="2496312"/>
            <a:ext cx="640080" cy="6400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738360" y="3200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50" dirty="0"/>
          </a:p>
        </p:txBody>
      </p:sp>
      <p:sp>
        <p:nvSpPr>
          <p:cNvPr id="36" name="Text 2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are planned for the next phase of the project.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4688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livinghub/icons/onlinep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600554"/>
            <a:ext cx="468173" cy="4681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659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24688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livinghub/icons/aig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2600554"/>
            <a:ext cx="468173" cy="4681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659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46720" y="196596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02752" y="24688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livinghub/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2600554"/>
            <a:ext cx="468173" cy="4681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9720" y="19659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39319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04672" y="44348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/home/claude/livinghub/icons/commun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4566514"/>
            <a:ext cx="468173" cy="46817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39319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Module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4297680" y="39319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553712" y="44348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4" descr="/home/claude/livinghub/icons/p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6" y="4566514"/>
            <a:ext cx="468173" cy="4681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40680" y="39319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8046720" y="39319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302752" y="44348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5" descr="/home/claude/livinghub/icons/analytic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426" y="4566514"/>
            <a:ext cx="468173" cy="46817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9720" y="39319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13332" y="24688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livinghub/icons/demo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3235" y="2608783"/>
            <a:ext cx="497434" cy="4974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83280" y="19659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47872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02252" y="24688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livinghub/icons/demo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155" y="2608783"/>
            <a:ext cx="497434" cy="4974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72200" y="19659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36792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091172" y="24688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livinghub/icons/demo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075" y="2608783"/>
            <a:ext cx="497434" cy="4974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61120" y="19659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25712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9880092" y="24688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livinghub/icons/demoow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995" y="2608783"/>
            <a:ext cx="497434" cy="49743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5256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94360" y="42062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" y="4315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1513332" y="47091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4" descr="/home/claude/livinghub/icons/demoad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3235" y="4849063"/>
            <a:ext cx="497434" cy="49743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5800" y="5577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Property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3383280" y="42062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547872" y="4315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4302252" y="47091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5" descr="/home/claude/livinghub/icons/demoappro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2155" y="4849063"/>
            <a:ext cx="497434" cy="49743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74720" y="5577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172200" y="42062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336792" y="4315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7091172" y="47091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6" descr="/home/claude/livinghub/icons/demostud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1075" y="4849063"/>
            <a:ext cx="497434" cy="49743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263640" y="5577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8961120" y="42062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23B41"/>
          </a:solidFill>
          <a:ln w="12700">
            <a:solidFill>
              <a:srgbClr val="1F5A63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9125712" y="4315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Shape 32"/>
          <p:cNvSpPr/>
          <p:nvPr/>
        </p:nvSpPr>
        <p:spPr>
          <a:xfrm>
            <a:off x="9880092" y="47091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2" name="Image 7" descr="/home/claude/livinghub/icons/democha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9995" y="4849063"/>
            <a:ext cx="497434" cy="49743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052560" y="5577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System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&amp; Owner Screens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interface captured from the live build.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1099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11109960" cy="219456"/>
          </a:xfrm>
          <a:prstGeom prst="roundRect">
            <a:avLst>
              <a:gd name="adj" fmla="val 25000"/>
            </a:avLst>
          </a:prstGeom>
          <a:solidFill>
            <a:srgbClr val="EDF2F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84248"/>
            <a:ext cx="11109960" cy="1097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943100"/>
            <a:ext cx="82296" cy="82296"/>
          </a:xfrm>
          <a:prstGeom prst="ellipse">
            <a:avLst/>
          </a:prstGeom>
          <a:solidFill>
            <a:srgbClr val="FF6259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943100"/>
            <a:ext cx="82296" cy="82296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1943100"/>
            <a:ext cx="82296" cy="82296"/>
          </a:xfrm>
          <a:prstGeom prst="ellipse">
            <a:avLst/>
          </a:prstGeom>
          <a:solidFill>
            <a:srgbClr val="2ACF63"/>
          </a:solidFill>
          <a:ln/>
        </p:spPr>
      </p:sp>
      <p:pic>
        <p:nvPicPr>
          <p:cNvPr id="11" name="Image 0" descr="/home/claude/livinghub/screens/home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7700" y="2139696"/>
            <a:ext cx="5091840" cy="20208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4279392"/>
            <a:ext cx="11109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— Search Entry Point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617720"/>
            <a:ext cx="358444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4617720"/>
            <a:ext cx="3584448" cy="219456"/>
          </a:xfrm>
          <a:prstGeom prst="roundRect">
            <a:avLst>
              <a:gd name="adj" fmla="val 25000"/>
            </a:avLst>
          </a:prstGeom>
          <a:solidFill>
            <a:srgbClr val="ED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4727448"/>
            <a:ext cx="3584448" cy="1097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4686300"/>
            <a:ext cx="82296" cy="82296"/>
          </a:xfrm>
          <a:prstGeom prst="ellipse">
            <a:avLst/>
          </a:prstGeom>
          <a:solidFill>
            <a:srgbClr val="FF6259"/>
          </a:solidFill>
          <a:ln/>
        </p:spPr>
      </p:sp>
      <p:sp>
        <p:nvSpPr>
          <p:cNvPr id="17" name="Shape 14"/>
          <p:cNvSpPr/>
          <p:nvPr/>
        </p:nvSpPr>
        <p:spPr>
          <a:xfrm>
            <a:off x="804672" y="4686300"/>
            <a:ext cx="82296" cy="82296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8" name="Shape 15"/>
          <p:cNvSpPr/>
          <p:nvPr/>
        </p:nvSpPr>
        <p:spPr>
          <a:xfrm>
            <a:off x="950976" y="4686300"/>
            <a:ext cx="82296" cy="82296"/>
          </a:xfrm>
          <a:prstGeom prst="ellipse">
            <a:avLst/>
          </a:prstGeom>
          <a:solidFill>
            <a:srgbClr val="2ACF63"/>
          </a:solidFill>
          <a:ln/>
        </p:spPr>
      </p:sp>
      <p:pic>
        <p:nvPicPr>
          <p:cNvPr id="19" name="Image 1" descr="/home/claude/livinghub/screens/add_uni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5001082"/>
            <a:ext cx="3474720" cy="11900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" y="6428232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— Add Unit Form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334256" y="4617720"/>
            <a:ext cx="358444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334256" y="4617720"/>
            <a:ext cx="3584448" cy="219456"/>
          </a:xfrm>
          <a:prstGeom prst="roundRect">
            <a:avLst>
              <a:gd name="adj" fmla="val 25000"/>
            </a:avLst>
          </a:prstGeom>
          <a:solidFill>
            <a:srgbClr val="EDF2F2"/>
          </a:solidFill>
          <a:ln/>
        </p:spPr>
      </p:sp>
      <p:sp>
        <p:nvSpPr>
          <p:cNvPr id="23" name="Shape 19"/>
          <p:cNvSpPr/>
          <p:nvPr/>
        </p:nvSpPr>
        <p:spPr>
          <a:xfrm>
            <a:off x="4334256" y="4727448"/>
            <a:ext cx="3584448" cy="1097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24" name="Shape 20"/>
          <p:cNvSpPr/>
          <p:nvPr/>
        </p:nvSpPr>
        <p:spPr>
          <a:xfrm>
            <a:off x="4443984" y="4686300"/>
            <a:ext cx="82296" cy="82296"/>
          </a:xfrm>
          <a:prstGeom prst="ellipse">
            <a:avLst/>
          </a:prstGeom>
          <a:solidFill>
            <a:srgbClr val="FF6259"/>
          </a:solidFill>
          <a:ln/>
        </p:spPr>
      </p:sp>
      <p:sp>
        <p:nvSpPr>
          <p:cNvPr id="25" name="Shape 21"/>
          <p:cNvSpPr/>
          <p:nvPr/>
        </p:nvSpPr>
        <p:spPr>
          <a:xfrm>
            <a:off x="4590288" y="4686300"/>
            <a:ext cx="82296" cy="82296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26" name="Shape 22"/>
          <p:cNvSpPr/>
          <p:nvPr/>
        </p:nvSpPr>
        <p:spPr>
          <a:xfrm>
            <a:off x="4736592" y="4686300"/>
            <a:ext cx="82296" cy="82296"/>
          </a:xfrm>
          <a:prstGeom prst="ellipse">
            <a:avLst/>
          </a:prstGeom>
          <a:solidFill>
            <a:srgbClr val="2ACF63"/>
          </a:solidFill>
          <a:ln/>
        </p:spPr>
      </p:sp>
      <p:pic>
        <p:nvPicPr>
          <p:cNvPr id="27" name="Image 2" descr="/home/claude/livinghub/screens/owner_dashboar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797" y="4882896"/>
            <a:ext cx="2849366" cy="14264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334256" y="6428232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8119872" y="4617720"/>
            <a:ext cx="358444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119872" y="4617720"/>
            <a:ext cx="3584448" cy="219456"/>
          </a:xfrm>
          <a:prstGeom prst="roundRect">
            <a:avLst>
              <a:gd name="adj" fmla="val 25000"/>
            </a:avLst>
          </a:prstGeom>
          <a:solidFill>
            <a:srgbClr val="EDF2F2"/>
          </a:solidFill>
          <a:ln/>
        </p:spPr>
      </p:sp>
      <p:sp>
        <p:nvSpPr>
          <p:cNvPr id="31" name="Shape 26"/>
          <p:cNvSpPr/>
          <p:nvPr/>
        </p:nvSpPr>
        <p:spPr>
          <a:xfrm>
            <a:off x="8119872" y="4727448"/>
            <a:ext cx="3584448" cy="1097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32" name="Shape 27"/>
          <p:cNvSpPr/>
          <p:nvPr/>
        </p:nvSpPr>
        <p:spPr>
          <a:xfrm>
            <a:off x="8229600" y="4686300"/>
            <a:ext cx="82296" cy="82296"/>
          </a:xfrm>
          <a:prstGeom prst="ellipse">
            <a:avLst/>
          </a:prstGeom>
          <a:solidFill>
            <a:srgbClr val="FF6259"/>
          </a:solidFill>
          <a:ln/>
        </p:spPr>
      </p:sp>
      <p:sp>
        <p:nvSpPr>
          <p:cNvPr id="33" name="Shape 28"/>
          <p:cNvSpPr/>
          <p:nvPr/>
        </p:nvSpPr>
        <p:spPr>
          <a:xfrm>
            <a:off x="8375904" y="4686300"/>
            <a:ext cx="82296" cy="82296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34" name="Shape 29"/>
          <p:cNvSpPr/>
          <p:nvPr/>
        </p:nvSpPr>
        <p:spPr>
          <a:xfrm>
            <a:off x="8522208" y="4686300"/>
            <a:ext cx="82296" cy="82296"/>
          </a:xfrm>
          <a:prstGeom prst="ellipse">
            <a:avLst/>
          </a:prstGeom>
          <a:solidFill>
            <a:srgbClr val="2ACF63"/>
          </a:solidFill>
          <a:ln/>
        </p:spPr>
      </p:sp>
      <p:pic>
        <p:nvPicPr>
          <p:cNvPr id="35" name="Image 3" descr="/home/claude/livinghub/screens/property_detail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005" y="4882896"/>
            <a:ext cx="1492182" cy="142646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119872" y="6428232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Details &amp; Amenities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Platform Screens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admins use to keep Ma3eesha safe, active, and trustworthy.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6858000" cy="219456"/>
          </a:xfrm>
          <a:prstGeom prst="roundRect">
            <a:avLst>
              <a:gd name="adj" fmla="val 25000"/>
            </a:avLst>
          </a:prstGeom>
          <a:solidFill>
            <a:srgbClr val="EDF2F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84248"/>
            <a:ext cx="6858000" cy="1097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943100"/>
            <a:ext cx="82296" cy="82296"/>
          </a:xfrm>
          <a:prstGeom prst="ellipse">
            <a:avLst/>
          </a:prstGeom>
          <a:solidFill>
            <a:srgbClr val="FF6259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943100"/>
            <a:ext cx="82296" cy="82296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1943100"/>
            <a:ext cx="82296" cy="82296"/>
          </a:xfrm>
          <a:prstGeom prst="ellipse">
            <a:avLst/>
          </a:prstGeom>
          <a:solidFill>
            <a:srgbClr val="2ACF63"/>
          </a:solidFill>
          <a:ln/>
        </p:spPr>
      </p:sp>
      <p:pic>
        <p:nvPicPr>
          <p:cNvPr id="11" name="Image 0" descr="/home/claude/livinghub/screens/admin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026" y="2139696"/>
            <a:ext cx="6327228" cy="27523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50109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Platform Overview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35240" y="187452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35240" y="1874520"/>
            <a:ext cx="4023360" cy="219456"/>
          </a:xfrm>
          <a:prstGeom prst="roundRect">
            <a:avLst>
              <a:gd name="adj" fmla="val 25000"/>
            </a:avLst>
          </a:prstGeom>
          <a:solidFill>
            <a:srgbClr val="ED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7635240" y="1984248"/>
            <a:ext cx="4023360" cy="1097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7744968" y="1943100"/>
            <a:ext cx="82296" cy="82296"/>
          </a:xfrm>
          <a:prstGeom prst="ellipse">
            <a:avLst/>
          </a:prstGeom>
          <a:solidFill>
            <a:srgbClr val="FF6259"/>
          </a:solidFill>
          <a:ln/>
        </p:spPr>
      </p:sp>
      <p:sp>
        <p:nvSpPr>
          <p:cNvPr id="17" name="Shape 14"/>
          <p:cNvSpPr/>
          <p:nvPr/>
        </p:nvSpPr>
        <p:spPr>
          <a:xfrm>
            <a:off x="7891272" y="1943100"/>
            <a:ext cx="82296" cy="82296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8" name="Shape 15"/>
          <p:cNvSpPr/>
          <p:nvPr/>
        </p:nvSpPr>
        <p:spPr>
          <a:xfrm>
            <a:off x="8037576" y="1943100"/>
            <a:ext cx="82296" cy="82296"/>
          </a:xfrm>
          <a:prstGeom prst="ellipse">
            <a:avLst/>
          </a:prstGeom>
          <a:solidFill>
            <a:srgbClr val="2ACF63"/>
          </a:solidFill>
          <a:ln/>
        </p:spPr>
      </p:sp>
      <p:pic>
        <p:nvPicPr>
          <p:cNvPr id="19" name="Image 1" descr="/home/claude/livinghub/screens/notificatio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801" y="2139696"/>
            <a:ext cx="1138238" cy="11064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35240" y="33649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Notifications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635240" y="352044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635240" y="3520440"/>
            <a:ext cx="4023360" cy="219456"/>
          </a:xfrm>
          <a:prstGeom prst="roundRect">
            <a:avLst>
              <a:gd name="adj" fmla="val 25000"/>
            </a:avLst>
          </a:prstGeom>
          <a:solidFill>
            <a:srgbClr val="EDF2F2"/>
          </a:solidFill>
          <a:ln/>
        </p:spPr>
      </p:sp>
      <p:sp>
        <p:nvSpPr>
          <p:cNvPr id="23" name="Shape 19"/>
          <p:cNvSpPr/>
          <p:nvPr/>
        </p:nvSpPr>
        <p:spPr>
          <a:xfrm>
            <a:off x="7635240" y="3630168"/>
            <a:ext cx="4023360" cy="1097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24" name="Shape 20"/>
          <p:cNvSpPr/>
          <p:nvPr/>
        </p:nvSpPr>
        <p:spPr>
          <a:xfrm>
            <a:off x="7744968" y="3589020"/>
            <a:ext cx="82296" cy="82296"/>
          </a:xfrm>
          <a:prstGeom prst="ellipse">
            <a:avLst/>
          </a:prstGeom>
          <a:solidFill>
            <a:srgbClr val="FF6259"/>
          </a:solidFill>
          <a:ln/>
        </p:spPr>
      </p:sp>
      <p:sp>
        <p:nvSpPr>
          <p:cNvPr id="25" name="Shape 21"/>
          <p:cNvSpPr/>
          <p:nvPr/>
        </p:nvSpPr>
        <p:spPr>
          <a:xfrm>
            <a:off x="7891272" y="3589020"/>
            <a:ext cx="82296" cy="82296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26" name="Shape 22"/>
          <p:cNvSpPr/>
          <p:nvPr/>
        </p:nvSpPr>
        <p:spPr>
          <a:xfrm>
            <a:off x="8037576" y="3589020"/>
            <a:ext cx="82296" cy="82296"/>
          </a:xfrm>
          <a:prstGeom prst="ellipse">
            <a:avLst/>
          </a:prstGeom>
          <a:solidFill>
            <a:srgbClr val="2ACF63"/>
          </a:solidFill>
          <a:ln/>
        </p:spPr>
      </p:sp>
      <p:pic>
        <p:nvPicPr>
          <p:cNvPr id="27" name="Image 2" descr="/home/claude/livinghub/screens/user_managemen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4" y="3934012"/>
            <a:ext cx="3913632" cy="80963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635240" y="50109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Faced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7048" y="2103120"/>
            <a:ext cx="694944" cy="69494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livinghub/icons/chalr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138" y="2228210"/>
            <a:ext cx="44476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Role-Based System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87452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15968" y="2103120"/>
            <a:ext cx="694944" cy="69494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livinghub/icons/challi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058" y="2228210"/>
            <a:ext cx="444764" cy="4447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Property Lifecycle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87452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04888" y="2103120"/>
            <a:ext cx="694944" cy="69494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/home/claude/livinghub/icons/chalau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978" y="2228210"/>
            <a:ext cx="444764" cy="4447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15400" y="187452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893808" y="2103120"/>
            <a:ext cx="694944" cy="694944"/>
          </a:xfrm>
          <a:prstGeom prst="ellipse">
            <a:avLst/>
          </a:prstGeom>
          <a:solidFill>
            <a:srgbClr val="0B2E33"/>
          </a:solidFill>
          <a:ln/>
        </p:spPr>
      </p:sp>
      <p:pic>
        <p:nvPicPr>
          <p:cNvPr id="18" name="Image 3" descr="/home/claude/livinghub/icons/chalp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898" y="2228210"/>
            <a:ext cx="444764" cy="4447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5256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Verification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8404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527048" y="4069080"/>
            <a:ext cx="694944" cy="69494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livinghub/icons/chalu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2138" y="4194170"/>
            <a:ext cx="444764" cy="4447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Design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337560" y="38404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315968" y="4069080"/>
            <a:ext cx="694944" cy="69494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5" descr="/home/claude/livinghub/icons/chalda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1058" y="4194170"/>
            <a:ext cx="444764" cy="44476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7472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26480" y="38404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104888" y="4069080"/>
            <a:ext cx="694944" cy="69494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6" descr="/home/claude/livinghub/icons/chald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978" y="4194170"/>
            <a:ext cx="444764" cy="44476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6364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023360"/>
            <a:ext cx="3840480" cy="38404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2377440" cy="237744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591556" y="4251960"/>
            <a:ext cx="10058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434840"/>
            <a:ext cx="9628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Ma3eesha turns trust into sustainable revenue.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engines power Ma3eesha’s growth — diversified and mutually reinforcing.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64892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livinghub/icons/calendars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687787"/>
            <a:ext cx="522305" cy="5223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219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Monthly Subscription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783080" y="2679192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A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monthly fee from property owners keeps their units listed and visible on the platform.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0A896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564892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livinghub/icons/handf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135" y="2687787"/>
            <a:ext cx="522305" cy="5223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219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Connection Fee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452360" y="2679192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A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2 connections are free. After that, students pay a small token fee to connect with an owner.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187952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2C39A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786884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livinghub/icons/percent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4909779"/>
            <a:ext cx="522305" cy="5223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4439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Commission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783080" y="4901184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A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percentage of every successful deal, with the rate mutually agreed with both the Owner and the Student.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4187952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B2E33"/>
          </a:solidFill>
          <a:ln/>
        </p:spPr>
      </p:sp>
      <p:sp>
        <p:nvSpPr>
          <p:cNvPr id="21" name="Shape 16"/>
          <p:cNvSpPr/>
          <p:nvPr/>
        </p:nvSpPr>
        <p:spPr>
          <a:xfrm>
            <a:off x="6492240" y="4786884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livinghub/icons/bullho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135" y="4909779"/>
            <a:ext cx="522305" cy="52230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4439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Advertisements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452360" y="4901184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A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banners and promoted listings sold to businesses and owners across key student-facing pages.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Ma3eesha Earns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starts free; revenue kicks in once real value has been delivered.</a:t>
            </a:r>
            <a:endParaRPr lang="en-US" sz="1300" dirty="0"/>
          </a:p>
        </p:txBody>
      </p:sp>
      <p:pic>
        <p:nvPicPr>
          <p:cNvPr id="5" name="Image 0" descr="/home/claude/livinghub/icons/ownerico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562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81965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— SUBSCRIPTION PATH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5856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25856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Onboards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90672" y="2587752"/>
            <a:ext cx="1645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55264" y="225856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46704" y="225856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Units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97296" y="2587752"/>
            <a:ext cx="1645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961888" y="225856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25856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Billed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2587752"/>
            <a:ext cx="1645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668512" y="225856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59952" y="225856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Listing Access</a:t>
            </a:r>
            <a:endParaRPr lang="en-US" sz="1100" dirty="0"/>
          </a:p>
        </p:txBody>
      </p:sp>
      <p:pic>
        <p:nvPicPr>
          <p:cNvPr id="18" name="Image 1" descr="/home/claude/livinghub/icons/stud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36392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87552" y="309981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— CONNECTION FEE PATH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353872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353872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Signs Up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090672" y="3867912"/>
            <a:ext cx="1645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3255264" y="353872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46704" y="353872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Connections Free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797296" y="3867912"/>
            <a:ext cx="1645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5961888" y="353872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053328" y="353872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Connection Onward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503920" y="3867912"/>
            <a:ext cx="1645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8668512" y="353872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759952" y="353872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Connection Fee Applied</a:t>
            </a:r>
            <a:endParaRPr lang="en-US" sz="1100" dirty="0"/>
          </a:p>
        </p:txBody>
      </p:sp>
      <p:pic>
        <p:nvPicPr>
          <p:cNvPr id="31" name="Image 2" descr="/home/claude/livinghub/icons/coins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16552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87552" y="437997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— SUCCESSFUL DEALS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548640" y="481888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" y="481888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Confirmed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3090672" y="5148072"/>
            <a:ext cx="1645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3255264" y="481888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346704" y="481888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% Calculated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5797296" y="5148072"/>
            <a:ext cx="1645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5961888" y="481888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F4F9F9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053328" y="481888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Between Both Sides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8503920" y="5148072"/>
            <a:ext cx="16459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8668512" y="4818888"/>
            <a:ext cx="2542032" cy="658368"/>
          </a:xfrm>
          <a:prstGeom prst="roundRect">
            <a:avLst>
              <a:gd name="adj" fmla="val 972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759952" y="4818888"/>
            <a:ext cx="2359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Released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548640" y="580644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0B2E33"/>
          </a:solidFill>
          <a:ln/>
        </p:spPr>
      </p:sp>
      <p:pic>
        <p:nvPicPr>
          <p:cNvPr id="45" name="Image 3" descr="/home/claude/livinghub/icons/splitper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943600"/>
            <a:ext cx="329184" cy="329184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280160" y="5806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Subscriptions, connection fees, and commissions combine into a diversified, predictable revenue engine.</a:t>
            </a:r>
            <a:endParaRPr lang="en-US" sz="1250" dirty="0"/>
          </a:p>
        </p:txBody>
      </p:sp>
      <p:sp>
        <p:nvSpPr>
          <p:cNvPr id="47" name="Text 4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Advertisements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placements sold directly to local businesses and property owners — live in the product today.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219456"/>
          </a:xfrm>
          <a:prstGeom prst="roundRect">
            <a:avLst>
              <a:gd name="adj" fmla="val 25000"/>
            </a:avLst>
          </a:prstGeom>
          <a:solidFill>
            <a:srgbClr val="EDF2F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75688"/>
            <a:ext cx="5349240" cy="1097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034540"/>
            <a:ext cx="82296" cy="82296"/>
          </a:xfrm>
          <a:prstGeom prst="ellipse">
            <a:avLst/>
          </a:prstGeom>
          <a:solidFill>
            <a:srgbClr val="FF6259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034540"/>
            <a:ext cx="82296" cy="82296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2034540"/>
            <a:ext cx="82296" cy="82296"/>
          </a:xfrm>
          <a:prstGeom prst="ellipse">
            <a:avLst/>
          </a:prstGeom>
          <a:solidFill>
            <a:srgbClr val="2ACF63"/>
          </a:solidFill>
          <a:ln/>
        </p:spPr>
      </p:sp>
      <p:pic>
        <p:nvPicPr>
          <p:cNvPr id="11" name="Image 0" descr="/home/claude/livinghub/screens/ad_manage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252842"/>
            <a:ext cx="5239512" cy="17945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418795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Owner’s Ad Management Panel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709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and owners buy sponsored placements directly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2120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166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run on a clear, scheduled start and end date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6692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623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to pause, edit, or delete a campaign anytime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17920" y="1965960"/>
            <a:ext cx="534924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0" y="1965960"/>
            <a:ext cx="5349240" cy="219456"/>
          </a:xfrm>
          <a:prstGeom prst="roundRect">
            <a:avLst>
              <a:gd name="adj" fmla="val 25000"/>
            </a:avLst>
          </a:prstGeom>
          <a:solidFill>
            <a:srgbClr val="ED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6217920" y="2075688"/>
            <a:ext cx="5349240" cy="109728"/>
          </a:xfrm>
          <a:prstGeom prst="rect">
            <a:avLst/>
          </a:prstGeom>
          <a:solidFill>
            <a:srgbClr val="EDF2F2"/>
          </a:solidFill>
          <a:ln/>
        </p:spPr>
      </p:sp>
      <p:sp>
        <p:nvSpPr>
          <p:cNvPr id="22" name="Shape 19"/>
          <p:cNvSpPr/>
          <p:nvPr/>
        </p:nvSpPr>
        <p:spPr>
          <a:xfrm>
            <a:off x="6327648" y="2034540"/>
            <a:ext cx="82296" cy="82296"/>
          </a:xfrm>
          <a:prstGeom prst="ellipse">
            <a:avLst/>
          </a:prstGeom>
          <a:solidFill>
            <a:srgbClr val="FF6259"/>
          </a:solidFill>
          <a:ln/>
        </p:spPr>
      </p:sp>
      <p:sp>
        <p:nvSpPr>
          <p:cNvPr id="23" name="Shape 20"/>
          <p:cNvSpPr/>
          <p:nvPr/>
        </p:nvSpPr>
        <p:spPr>
          <a:xfrm>
            <a:off x="6473952" y="2034540"/>
            <a:ext cx="82296" cy="82296"/>
          </a:xfrm>
          <a:prstGeom prst="ellipse">
            <a:avLst/>
          </a:prstGeom>
          <a:solidFill>
            <a:srgbClr val="FFC130"/>
          </a:solidFill>
          <a:ln/>
        </p:spPr>
      </p:sp>
      <p:sp>
        <p:nvSpPr>
          <p:cNvPr id="24" name="Shape 21"/>
          <p:cNvSpPr/>
          <p:nvPr/>
        </p:nvSpPr>
        <p:spPr>
          <a:xfrm>
            <a:off x="6620256" y="2034540"/>
            <a:ext cx="82296" cy="82296"/>
          </a:xfrm>
          <a:prstGeom prst="ellipse">
            <a:avLst/>
          </a:prstGeom>
          <a:solidFill>
            <a:srgbClr val="2ACF63"/>
          </a:solidFill>
          <a:ln/>
        </p:spPr>
      </p:sp>
      <p:pic>
        <p:nvPicPr>
          <p:cNvPr id="25" name="Image 1" descr="/home/claude/livinghub/screens/sponsored_mod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2483994"/>
            <a:ext cx="5239512" cy="316102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217920" y="601675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Placement — Student View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114800" cy="41148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MA3EESHA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591556" y="3977640"/>
            <a:ext cx="10058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2026-07-18T12:24:52Z</dcterms:created>
  <dcterms:modified xsi:type="dcterms:W3CDTF">2026-07-18T12:24:52Z</dcterms:modified>
</cp:coreProperties>
</file>